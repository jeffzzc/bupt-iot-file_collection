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09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questionnaire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0" y="246888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2023-03-21 10:57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1.Your major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2.Your grade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3.From your perspective, the importance of the function that you can check all your grades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4.From your perspective, the importance of the function that you can export and print a transcript with all the subjects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5.From your perspective, the importance of the function that you can check the details of curriculums including the profiles and materials of teachers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6.From your perspective, the importance of the function that you can check GPA, ranks and your average scores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7.From your perspective, the importance of the function that you can check the class schedule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8.From your perspective, the importance of the function that you can learn how subjects relate to each other and how important they are for the further study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9.From your perspective, the importance of the function that you can query your CET-4, CET-6, and other award certificates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10.From your perspective, the importance of the function that you can register the system with a student number, ID card, and a self-created password with specific requirements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11.From your perspective, the importance of the function that you can enjoy a simple but effective UI design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12.From your perspective, the importance of the function that you can enjoy a stable system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13.From your perspective, the importance of the function that you can click the help button when you need to report and problems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FFFFFF"/>
                </a:solidFill>
              </a:rPr>
              <a:t>14.From your perspective, the importance of the function that you can indicate courses taken, courses being taken, and future courses based on my grade is: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822960"/>
            <a:ext cx="6355080" cy="4233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全屏显示(16:9)</PresentationFormat>
  <Paragraphs>31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Zhendong Cui</cp:lastModifiedBy>
  <cp:revision>2</cp:revision>
  <dcterms:created xsi:type="dcterms:W3CDTF">2023-03-21T09:41:53Z</dcterms:created>
  <dcterms:modified xsi:type="dcterms:W3CDTF">2023-03-21T09:42:45Z</dcterms:modified>
</cp:coreProperties>
</file>